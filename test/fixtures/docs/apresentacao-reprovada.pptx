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defaultTextStyle>
    <a:lvl1pPr>
      <a:defRPr sz="1800">
        <a:solidFill>
          <a:schemeClr val="tx1"/>
        </a:solidFill>
        <a:latin typeface="+mn-lt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9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e conteúdo">
    <p:spTree>
      <p:nvGrpSpPr>
        <p:cNvPr id="1" name=""/>
        <p:cNvGrpSpPr/>
        <p:nvPr/>
      </p:nvGrpSpPr>
      <p:grpSpPr/>
      <p:sp>
        <p:nvSpPr>
          <p:cNvPr id="2" name="Título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údo"/>
          <p:cNvSpPr/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/>
      <p:sp>
        <p:nvSpPr>
          <p:cNvPr id="2" name="Título"/>
          <p:cNvSpPr/>
          <p:nvPr>
            <p:ph type="title"/>
          </p:nvPr>
        </p:nvSpPr>
        <p:spPr/>
        <p:txBody>
          <a:bodyPr/>
          <a:lstStyle/>
          <a:p>
            <a:r>
              <a:rPr lang="pt-BR"/>
              <a:t>Título mestre</a:t>
            </a:r>
          </a:p>
        </p:txBody>
      </p:sp>
      <p:sp>
        <p:nvSpPr>
          <p:cNvPr id="3" name="Texto"/>
          <p:cNvSpPr/>
          <p:nvPr>
            <p:ph type="body" idx="1"/>
          </p:nvPr>
        </p:nvSpPr>
        <p:spPr/>
        <p:txBody>
          <a:bodyPr/>
          <a:lstStyle/>
          <a:p>
            <a:r>
              <a:rPr lang="pt-BR"/>
              <a:t>Texto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>
          <a:solidFill>
            <a:schemeClr val="accent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0" Type="http://schemas.openxmlformats.org/officeDocument/2006/relationships/image" Target="../media/image1.png"/><Relationship Id="rIdImg1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0" Type="http://schemas.openxmlformats.org/officeDocument/2006/relationships/image" Target="../media/image1.png"/><Relationship Id="rIdImg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aixa de texto"/>
          <p:cNvSpPr/>
          <p:nvPr/>
        </p:nvSpPr>
        <p:spPr/>
        <p:txBody>
          <a:bodyPr/>
          <a:lstStyle/>
          <a:p>
            <a:r>
              <a:rPr lang="pt-BR" sz="900">
                <a:solidFill>
                  <a:srgbClr val="000000"/>
                </a:solidFill>
                <a:latin typeface="Comic Sans MS"/>
              </a:rPr>
              <a:t>Letras miúdas em preto</a:t>
            </a:r>
          </a:p>
          <a:p>
            <a:r>
              <a:rPr lang="pt-BR" sz="2400">
                <a:solidFill>
                  <a:srgbClr val="FF0000"/>
                </a:solidFill>
                <a:latin typeface="Arial"/>
              </a:rPr>
              <a:t>Chamada em vermelho</a:t>
            </a:r>
          </a:p>
          <a:p>
            <a:r>
              <a:rPr lang="pt-BR" sz="3200">
                <a:gradFill>
                  <a:gsLst>
                    <a:gs pos="0">
                      <a:srgbClr val="FF00FF"/>
                    </a:gs>
                    <a:gs pos="100000">
                      <a:srgbClr val="00FFFF"/>
                    </a:gs>
                  </a:gsLst>
                </a:gradFill>
                <a:latin typeface="+mj-lt"/>
              </a:rPr>
              <a:t>Título com gradiente</a:t>
            </a:r>
          </a:p>
        </p:txBody>
      </p:sp>
      <p:pic>
        <p:nvPicPr>
          <p:cNvPr id="11" name="Logo Gove" descr="Logo Gove"/>
          <p:cNvPicPr/>
          <p:nvPr/>
        </p:nvPicPr>
        <p:blipFill>
          <a:blip r:embed="rIdImg0"/>
        </p:blipFill>
        <p:spPr>
          <a:xfrm>
            <a:off x="8000000" y="300000"/>
            <a:ext cx="600000" cy="800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33D"/>
        </a:solidFill>
      </p:bgPr>
    </p:bg>
    <p:spTree>
      <p:nvGrpSpPr>
        <p:cNvPr id="1" name=""/>
        <p:cNvGrpSpPr/>
        <p:nvPr/>
      </p:nvGrpSpPr>
      <p:grpSpPr/>
      <p:sp>
        <p:nvSpPr>
          <p:cNvPr id="10" name="Título 1"/>
          <p:cNvSpPr/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Slide escuro</a:t>
            </a:r>
          </a:p>
        </p:txBody>
      </p:sp>
      <p:pic>
        <p:nvPicPr>
          <p:cNvPr id="11" name="Logo Gove (roxa)" descr="Logo Gove (roxa)"/>
          <p:cNvPicPr/>
          <p:nvPr/>
        </p:nvPicPr>
        <p:blipFill>
          <a:blip r:embed="rIdImg1"/>
        </p:blipFill>
        <p:spPr>
          <a:xfrm>
            <a:off x="8000000" y="300000"/>
            <a:ext cx="600000" cy="800000"/>
          </a:xfrm>
        </p:spPr>
      </p:pic>
    </p:spTree>
  </p:cSld>
</p:sld>
</file>

<file path=ppt/theme/theme1.xml><?xml version="1.0" encoding="utf-8"?>
<a:theme xmlns:a="http://schemas.openxmlformats.org/drawingml/2006/main" name="Gove">
  <a:themeElements>
    <a:clrScheme name="Gove">
      <a:dk1>
        <a:srgbClr val="20133D"/>
      </a:dk1>
      <a:lt1>
        <a:srgbClr val="FFFFFF"/>
      </a:lt1>
      <a:dk2>
        <a:srgbClr val="351F65"/>
      </a:dk2>
      <a:lt2>
        <a:srgbClr val="F4F4F4"/>
      </a:lt2>
      <a:accent1>
        <a:srgbClr val="3D0099"/>
      </a:accent1>
      <a:accent2>
        <a:srgbClr val="FFC72C"/>
      </a:accent2>
      <a:accent3>
        <a:srgbClr val="5AC2CD"/>
      </a:accent3>
      <a:accent4>
        <a:srgbClr val="A278DA"/>
      </a:accent4>
      <a:accent5>
        <a:srgbClr val="16499F"/>
      </a:accent5>
      <a:accent6>
        <a:srgbClr val="5B6770"/>
      </a:accent6>
      <a:hlink>
        <a:srgbClr val="16499F"/>
      </a:hlink>
      <a:folHlink>
        <a:srgbClr val="351F65"/>
      </a:folHlink>
    </a:clrScheme>
    <a:fontScheme name="Gove">
      <a:majorFont>
        <a:latin typeface="Montserrat"/>
      </a:majorFont>
      <a:minorFont>
        <a:latin typeface="Inter"/>
      </a:minorFont>
    </a:fontScheme>
    <a:fmtScheme name="Gove"/>
  </a:themeElements>
</a:theme>
</file>