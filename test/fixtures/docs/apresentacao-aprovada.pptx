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defaultTextStyle>
    <a:lvl1pPr>
      <a:defRPr sz="1800">
        <a:solidFill>
          <a:schemeClr val="tx1"/>
        </a:solidFill>
        <a:latin typeface="+mn-lt"/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9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e conteúdo">
    <p:spTree>
      <p:nvGrpSpPr>
        <p:cNvPr id="1" name=""/>
        <p:cNvGrpSpPr/>
        <p:nvPr/>
      </p:nvGrpSpPr>
      <p:grpSpPr/>
      <p:sp>
        <p:nvSpPr>
          <p:cNvPr id="2" name="Título"/>
          <p:cNvSpPr/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údo"/>
          <p:cNvSpPr/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/>
      <p:sp>
        <p:nvSpPr>
          <p:cNvPr id="2" name="Título"/>
          <p:cNvSpPr/>
          <p:nvPr>
            <p:ph type="title"/>
          </p:nvPr>
        </p:nvSpPr>
        <p:spPr/>
        <p:txBody>
          <a:bodyPr/>
          <a:lstStyle/>
          <a:p>
            <a:r>
              <a:rPr lang="pt-BR"/>
              <a:t>Título mestre</a:t>
            </a:r>
          </a:p>
        </p:txBody>
      </p:sp>
      <p:sp>
        <p:nvSpPr>
          <p:cNvPr id="3" name="Texto"/>
          <p:cNvSpPr/>
          <p:nvPr>
            <p:ph type="body" idx="1"/>
          </p:nvPr>
        </p:nvSpPr>
        <p:spPr/>
        <p:txBody>
          <a:bodyPr/>
          <a:lstStyle/>
          <a:p>
            <a:r>
              <a:rPr lang="pt-BR"/>
              <a:t>Texto mestre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>
          <a:solidFill>
            <a:schemeClr val="accent1"/>
          </a:solidFill>
          <a:latin typeface="+mj-lt"/>
        </a:defRPr>
      </a:lvl1pPr>
    </p:titleStyle>
    <p:bodyStyle>
      <a:lvl1pPr>
        <a:defRPr sz="20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0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ítulo 1"/>
          <p:cNvSpPr/>
          <p:nvPr>
            <p:ph type="title"/>
          </p:nvPr>
        </p:nvSpPr>
        <p:spPr/>
        <p:txBody>
          <a:bodyPr/>
          <a:lstStyle/>
          <a:p>
            <a:r>
              <a:rPr lang="pt-BR"/>
              <a:t>Governo Zero Clique</a:t>
            </a:r>
          </a:p>
        </p:txBody>
      </p:sp>
      <p:sp>
        <p:nvSpPr>
          <p:cNvPr id="11" name="Conteúdo 2"/>
          <p:cNvSpPr/>
          <p:nvPr>
            <p:ph idx="1"/>
          </p:nvPr>
        </p:nvSpPr>
        <p:spPr/>
        <p:txBody>
          <a:bodyPr/>
          <a:lstStyle/>
          <a:p>
            <a:r>
              <a:rPr lang="pt-BR"/>
              <a:t>Serviços públicos sem filas e sem papel.</a:t>
            </a:r>
          </a:p>
        </p:txBody>
      </p:sp>
      <p:pic>
        <p:nvPicPr>
          <p:cNvPr id="12" name="Logo Gove" descr="Logo Gove"/>
          <p:cNvPicPr/>
          <p:nvPr/>
        </p:nvPicPr>
        <p:blipFill>
          <a:blip r:embed="rIdImg0"/>
        </p:blipFill>
        <p:spPr>
          <a:xfrm>
            <a:off x="8000000" y="300000"/>
            <a:ext cx="600000" cy="800000"/>
          </a:xfrm>
        </p:spPr>
      </p:pic>
    </p:spTree>
  </p:cSld>
</p:sld>
</file>

<file path=ppt/theme/theme1.xml><?xml version="1.0" encoding="utf-8"?>
<a:theme xmlns:a="http://schemas.openxmlformats.org/drawingml/2006/main" name="Gove">
  <a:themeElements>
    <a:clrScheme name="Gove">
      <a:dk1>
        <a:srgbClr val="20133D"/>
      </a:dk1>
      <a:lt1>
        <a:srgbClr val="FFFFFF"/>
      </a:lt1>
      <a:dk2>
        <a:srgbClr val="351F65"/>
      </a:dk2>
      <a:lt2>
        <a:srgbClr val="F4F4F4"/>
      </a:lt2>
      <a:accent1>
        <a:srgbClr val="3D0099"/>
      </a:accent1>
      <a:accent2>
        <a:srgbClr val="FFC72C"/>
      </a:accent2>
      <a:accent3>
        <a:srgbClr val="5AC2CD"/>
      </a:accent3>
      <a:accent4>
        <a:srgbClr val="A278DA"/>
      </a:accent4>
      <a:accent5>
        <a:srgbClr val="16499F"/>
      </a:accent5>
      <a:accent6>
        <a:srgbClr val="5B6770"/>
      </a:accent6>
      <a:hlink>
        <a:srgbClr val="16499F"/>
      </a:hlink>
      <a:folHlink>
        <a:srgbClr val="351F65"/>
      </a:folHlink>
    </a:clrScheme>
    <a:fontScheme name="Gove">
      <a:majorFont>
        <a:latin typeface="Montserrat"/>
      </a:majorFont>
      <a:minorFont>
        <a:latin typeface="Inter"/>
      </a:minorFont>
    </a:fontScheme>
    <a:fmtScheme name="Gove"/>
  </a:themeElements>
</a:theme>
</file>